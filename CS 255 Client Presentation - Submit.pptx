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442" autoAdjust="0"/>
    <p:restoredTop sz="65787" autoAdjust="0"/>
  </p:normalViewPr>
  <p:slideViewPr>
    <p:cSldViewPr snapToGrid="0">
      <p:cViewPr>
        <p:scale>
          <a:sx n="148" d="100"/>
          <a:sy n="148" d="100"/>
        </p:scale>
        <p:origin x="-5424"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Thank you for meeting with us today. I am excited to walk you through what we designed for the </a:t>
            </a:r>
            <a:r>
              <a:rPr lang="en-US" dirty="0" err="1"/>
              <a:t>DriverPass</a:t>
            </a:r>
            <a:r>
              <a:rPr lang="en-US" dirty="0"/>
              <a:t>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talk about the system requirements.</a:t>
            </a:r>
            <a:br>
              <a:rPr lang="en-US" dirty="0"/>
            </a:br>
            <a:endParaRPr lang="en-US" dirty="0"/>
          </a:p>
          <a:p>
            <a:r>
              <a:rPr lang="en-US" dirty="0"/>
              <a:t>There are two main types. The first type focuses on what the system must do. Customers need to create an account, log in securely, and manage their own driving lessons. They can schedule, cancel, or reschedule lessons directly from the website. This gives them full control over their appointments without needing to call the office.</a:t>
            </a:r>
            <a:br>
              <a:rPr lang="en-US" dirty="0"/>
            </a:br>
            <a:endParaRPr lang="en-US" dirty="0"/>
          </a:p>
          <a:p>
            <a:r>
              <a:rPr lang="en-US" dirty="0"/>
              <a:t>The second type focuses on how the system performs. The system must protect customer information and payment details at all times. It also needs to work on desktops, laptops, and phones so both customers and staff can access it anywhere. These requirements make sure the system is not only functional but also reliable and secure.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give you a simple overview of how everyone interacts with the system.</a:t>
            </a:r>
          </a:p>
          <a:p>
            <a:endParaRPr lang="en-US" dirty="0"/>
          </a:p>
          <a:p>
            <a:r>
              <a:rPr lang="en-US" dirty="0"/>
              <a:t>Customers can create accounts, log in, purchase lesson packages, schedule or cancel lessons, take practice tests, and view their progress. These are all features you said were important so students can manage things on their own.</a:t>
            </a:r>
          </a:p>
          <a:p>
            <a:endParaRPr lang="en-US" dirty="0"/>
          </a:p>
          <a:p>
            <a:r>
              <a:rPr lang="en-US" dirty="0"/>
              <a:t>The staff has different levels of access. The administrator can reset passwords, manage accounts, and/or disable users, assign drivers and vehicles, generate reports, and update DMV content. </a:t>
            </a:r>
          </a:p>
          <a:p>
            <a:endParaRPr lang="en-US" dirty="0"/>
          </a:p>
          <a:p>
            <a:r>
              <a:rPr lang="en-US" dirty="0"/>
              <a:t>We also included the DMV as an outside connection since the system receives updates when rules change. A third party payment service handles transactions securely so sensitive card information is never stored in your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walk you through what happens when a customer schedules a lesson. (Diagram on the right).</a:t>
            </a:r>
          </a:p>
          <a:p>
            <a:endParaRPr lang="en-US" dirty="0"/>
          </a:p>
          <a:p>
            <a:r>
              <a:rPr lang="en-US" dirty="0"/>
              <a:t>First, the customer logs into their account. Then they choose the option to schedule a lesson and select a date and time. The system checks to see if a driver and vehicle are available. If nothing is available, the customer selects a different time.</a:t>
            </a:r>
          </a:p>
          <a:p>
            <a:endParaRPr lang="en-US" dirty="0"/>
          </a:p>
          <a:p>
            <a:r>
              <a:rPr lang="en-US" dirty="0"/>
              <a:t>Once a driver and vehicle are available, the system assigns them automatically. The customer reviews the details and confirms the reservation. The system saves the appointment, records who made it, and sends a confirmation.</a:t>
            </a:r>
          </a:p>
          <a:p>
            <a:endParaRPr lang="en-US" dirty="0"/>
          </a:p>
          <a:p>
            <a:r>
              <a:rPr lang="en-US" dirty="0"/>
              <a:t>This prevents double bookings and keeps a clear record of every reservation.</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top priority.</a:t>
            </a:r>
          </a:p>
          <a:p>
            <a:endParaRPr lang="en-US" dirty="0"/>
          </a:p>
          <a:p>
            <a:r>
              <a:rPr lang="en-US" dirty="0"/>
              <a:t>Every user must log in with a username and password. Each role only sees what they need to see. Customers cannot access reports, and staff members cannot access features outside their role.</a:t>
            </a:r>
          </a:p>
          <a:p>
            <a:endParaRPr lang="en-US" dirty="0"/>
          </a:p>
          <a:p>
            <a:r>
              <a:rPr lang="en-US" dirty="0"/>
              <a:t>Passwords are stored securely and cannot be read even if someone accessed the database. All information sent through the system is encrypted. Customers can reset their own passwords if needed.</a:t>
            </a:r>
          </a:p>
          <a:p>
            <a:endParaRPr lang="en-US" dirty="0"/>
          </a:p>
          <a:p>
            <a:r>
              <a:rPr lang="en-US" dirty="0"/>
              <a:t>The admin can reset or block accounts at any time. The system also records every reservation change so there is always a clear history of who did what and when.</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has limitations, and I want to try to be clear about them.</a:t>
            </a:r>
          </a:p>
          <a:p>
            <a:endParaRPr lang="en-US" dirty="0"/>
          </a:p>
          <a:p>
            <a:r>
              <a:rPr lang="en-US" dirty="0"/>
              <a:t>First, an internet connection is required to use the system. Reports can be downloaded, but changes cannot be made offline. This helps prevent duplicate or conflicting data.</a:t>
            </a:r>
          </a:p>
          <a:p>
            <a:endParaRPr lang="en-US" dirty="0"/>
          </a:p>
          <a:p>
            <a:r>
              <a:rPr lang="en-US" dirty="0"/>
              <a:t>Second, adding major new features would require a developer. The system can grow with your business, but larger changes go beyond what an administrator can do alone.</a:t>
            </a:r>
          </a:p>
          <a:p>
            <a:endParaRPr lang="en-US" dirty="0"/>
          </a:p>
          <a:p>
            <a:r>
              <a:rPr lang="en-US" dirty="0"/>
              <a:t>Third, payment processing is handled by an outside service. This protects you because your system does not store credit card information, but it does mean you depend on that service being available.</a:t>
            </a:r>
          </a:p>
          <a:p>
            <a:endParaRPr lang="en-US" dirty="0"/>
          </a:p>
          <a:p>
            <a:r>
              <a:rPr lang="en-US" dirty="0"/>
              <a:t>Finally, when the DMV releases updates, an administrator must review and approve them before they go live. This ensures you always stay in control of what your customers see.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2/21/26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2/21/26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Jesus Rodriguez-Luna</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Internet connection is required to use or update the system
Adding or removing major features requires a developer
Payment processing depends on a third-party service
DMV content updates must be reviewed and applied by an admin</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4" name="Picture 3" descr="A diagram of a driver pass&#10;&#10;AI-generated content may be incorrect.">
            <a:extLst>
              <a:ext uri="{FF2B5EF4-FFF2-40B4-BE49-F238E27FC236}">
                <a16:creationId xmlns:a16="http://schemas.microsoft.com/office/drawing/2014/main" id="{D47B3569-7D82-9607-D6FC-46AFE771F6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69811" y="484783"/>
            <a:ext cx="6082110" cy="592099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Picture 3" descr="A diagram of a system&#10;&#10;AI-generated content may be incorrect.">
            <a:extLst>
              <a:ext uri="{FF2B5EF4-FFF2-40B4-BE49-F238E27FC236}">
                <a16:creationId xmlns:a16="http://schemas.microsoft.com/office/drawing/2014/main" id="{D6E316C5-FF9C-6FAC-2300-1055BDA3925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22189" y="381000"/>
            <a:ext cx="4491990" cy="6096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Secure login required for all users
Each user only sees what they are allowed to access
All passwords are encrypted and protected
Admins can reset passwords or block accounts
All reservation changes are tracked and logged
All data is encrypted during transmission</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Internet connection is required to use or update the system
Adding or removing major features requires a developer
Payment processing depends on a third-party service
DMV content updates must be reviewed and applied by an admin</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1358</TotalTime>
  <Words>822</Words>
  <Application>Microsoft Macintosh PowerPoint</Application>
  <PresentationFormat>Widescreen</PresentationFormat>
  <Paragraphs>50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Rodriguez-Luna, Jesus</cp:lastModifiedBy>
  <cp:revision>22</cp:revision>
  <dcterms:created xsi:type="dcterms:W3CDTF">2019-10-14T02:36:52Z</dcterms:created>
  <dcterms:modified xsi:type="dcterms:W3CDTF">2026-02-22T06:35:35Z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